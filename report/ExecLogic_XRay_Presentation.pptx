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XRay Financial Early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Exec Logic | Makkah Region Nonprofit Associations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Financial reporting periods: 2023–2025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Reproducible descriptive evidence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The decision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Which indicators suggest financial pressure worth investigating?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How do signals compare between major cities and other governorates?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Monitoring signals are not proof of insolvency.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Dataset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251 association-year joined records → 5 exclusions or evidence holds → 246 candidate records.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199 eligible grouped primary association-years → 92 unique associations by latest available year.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43 rows lost their group/role in a data merge (all exist in the sample file) and 4 reserve-role rows are outside the released primary subset; a robustness scenario restores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Early-warning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  <p:pic>
        <p:nvPicPr>
          <p:cNvPr id="6" name="Picture 5" descr="01_alert_preva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64" y="1325880"/>
            <a:ext cx="7945671" cy="45687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Five financial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Repeated deficits across consecutive years.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Negative unrestricted net assets.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Cash below one month of expenses.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Revenue decline of at least 25%.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Net-asset decline of at least 25%.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Cash and unrestricted-asset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  <p:pic>
        <p:nvPicPr>
          <p:cNvPr id="6" name="Picture 5" descr="02_indicato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64" y="1325880"/>
            <a:ext cx="7945671" cy="45687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Coverage and missingness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  <p:pic>
        <p:nvPicPr>
          <p:cNvPr id="6" name="Picture 5" descr="03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325880"/>
            <a:ext cx="7955279" cy="45687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Interpretation 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22/92 = 23.9% with confirmed signals.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Descriptive 95% Wilson interval: approximately 16.4% to 33.6%.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No validated design-weighted v6 estimates or population extrapolation.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Group difference +1.2 points (Fisher exact p = 1.00); headline stays 23.9–25.6% across four robustness scenarios.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Quality and responsible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Team lead reports members completed human, financial and accounting reviews.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Independent signed per-row approvals were not provided to this release.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Updated contributor workbook: 29 activity and 13 balance-sheet arithmetic flags, independently reproduced.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Cross-version conflicts are review prompts; none of the 92 released units uses those rows; no silent overwrites.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Engineering, privacy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Deterministic Python analysis with strict count validation.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Public two-row aggregate release; no financial amount or organization identity.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Unit tests, source lineage, SHA-256 hashes and AI usage disclosure.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Separate private audit and exception register.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1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31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A62"/>
                </a:solidFill>
              </a:defRPr>
            </a:pPr>
            <a:r>
              <a:t>Action and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Use signals to prioritize evidence-based review, not label organizations.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Code, aggregate data, tests, figures, PDF summary and deck in the public repository.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Contest requires publication on X and official form links; no receipt evidenced.</a:t>
            </a:r>
          </a:p>
          <a:p>
            <a:pPr>
              <a:spcAft>
                <a:spcPts val="2100"/>
              </a:spcAft>
              <a:defRPr sz="2200">
                <a:solidFill>
                  <a:srgbClr val="11253D"/>
                </a:solidFill>
              </a:defRPr>
            </a:pPr>
            <a:r>
              <a:t>GitHub: https://github.com/wvwoo/Exec-Logic-xray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C5B6E"/>
                </a:solidFill>
              </a:defRPr>
            </a:pPr>
            <a:r>
              <a:t>Exec Logic | October 29, 2026 | descriptive, unweighted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